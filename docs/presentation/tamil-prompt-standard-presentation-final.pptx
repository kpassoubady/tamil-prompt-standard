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RrXKWcvl+wR3R758uF3jRwCMW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90C1DF-410D-400D-A27D-AB9BD0584389}">
  <a:tblStyle styleId="{CE90C1DF-410D-400D-A27D-AB9BD058438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61"/>
    <p:restoredTop sz="94677"/>
  </p:normalViewPr>
  <p:slideViewPr>
    <p:cSldViewPr snapToGrid="0">
      <p:cViewPr varScale="1">
        <p:scale>
          <a:sx n="196" d="100"/>
          <a:sy n="196" d="100"/>
        </p:scale>
        <p:origin x="170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d3459deb8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g3d3459deb80_0_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" name="Google Shape;3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செய்யறிவிடம் துல்லியமான பதிலை பெற எட்டடுக்கு கட்டமைப்பைப் பயன் படுகிறது.</a:t>
            </a:r>
            <a:endParaRPr/>
          </a:p>
        </p:txBody>
      </p:sp>
      <p:sp>
        <p:nvSpPr>
          <p:cNvPr id="61" name="Google Shape;6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3459deb80_0_51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3" name="Google Shape;13;g3d3459deb80_0_51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4" name="Google Shape;14;g3d3459deb80_0_5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g3d3459deb80_0_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467" y="90500"/>
            <a:ext cx="1457499" cy="186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" name="Google Shape;20;g3d3459deb80_0_4"/>
          <p:cNvGraphicFramePr/>
          <p:nvPr>
            <p:extLst>
              <p:ext uri="{D42A27DB-BD31-4B8C-83A1-F6EECF244321}">
                <p14:modId xmlns:p14="http://schemas.microsoft.com/office/powerpoint/2010/main" val="4029371822"/>
              </p:ext>
            </p:extLst>
          </p:nvPr>
        </p:nvGraphicFramePr>
        <p:xfrm>
          <a:off x="817633" y="2557733"/>
          <a:ext cx="10719600" cy="2910035"/>
        </p:xfrm>
        <a:graphic>
          <a:graphicData uri="http://schemas.openxmlformats.org/drawingml/2006/table">
            <a:tbl>
              <a:tblPr>
                <a:noFill/>
                <a:tableStyleId>{CE90C1DF-410D-400D-A27D-AB9BD0584389}</a:tableStyleId>
              </a:tblPr>
              <a:tblGrid>
                <a:gridCol w="552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1" u="none" strike="noStrike" cap="none">
                          <a:solidFill>
                            <a:schemeClr val="accent5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Tamil Nano Chair ID</a:t>
                      </a:r>
                      <a:endParaRPr sz="1900" u="none" strike="noStrike" cap="none">
                        <a:solidFill>
                          <a:schemeClr val="accent5"/>
                        </a:solidFill>
                      </a:endParaRPr>
                    </a:p>
                  </a:txBody>
                  <a:tcPr marL="121900" marR="121900" marT="121900" marB="121900">
                    <a:lnL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b="1" u="none" strike="noStrike" cap="none">
                          <a:solidFill>
                            <a:schemeClr val="accent5"/>
                          </a:solidFill>
                        </a:rPr>
                        <a:t>TNC21/Tamil Research Chair on Artificial Intelligence </a:t>
                      </a:r>
                      <a:endParaRPr sz="1900"/>
                    </a:p>
                  </a:txBody>
                  <a:tcPr marL="121900" marR="121900" marT="121900" marB="121900">
                    <a:lnL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1" u="none" strike="noStrike" cap="none">
                          <a:solidFill>
                            <a:schemeClr val="accent5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Date</a:t>
                      </a:r>
                      <a:endParaRPr sz="1900" u="none" strike="noStrike" cap="none">
                        <a:solidFill>
                          <a:schemeClr val="accent5"/>
                        </a:solidFill>
                      </a:endParaRPr>
                    </a:p>
                  </a:txBody>
                  <a:tcPr marL="121900" marR="121900" marT="121900" marB="121900">
                    <a:lnL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 dirty="0">
                          <a:solidFill>
                            <a:schemeClr val="accent5"/>
                          </a:solidFill>
                        </a:rPr>
                        <a:t>April 2, 2026</a:t>
                      </a:r>
                      <a:endParaRPr sz="1900" u="none" strike="noStrike" cap="none" dirty="0">
                        <a:solidFill>
                          <a:schemeClr val="accent5"/>
                        </a:solidFill>
                      </a:endParaRPr>
                    </a:p>
                  </a:txBody>
                  <a:tcPr marL="121900" marR="121900" marT="121900" marB="121900">
                    <a:lnL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1" u="none" strike="noStrike" cap="none">
                          <a:solidFill>
                            <a:schemeClr val="accent5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Speakers Name in English </a:t>
                      </a:r>
                      <a:endParaRPr sz="1900" u="none" strike="noStrike" cap="none">
                        <a:solidFill>
                          <a:schemeClr val="accent5"/>
                        </a:solidFill>
                      </a:endParaRPr>
                    </a:p>
                  </a:txBody>
                  <a:tcPr marL="121900" marR="121900" marT="121900" marB="121900">
                    <a:lnL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b="1" u="none" strike="noStrike" cap="none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Kangeyan Passoubady</a:t>
                      </a:r>
                      <a:endParaRPr sz="1900" b="1" u="none" strike="noStrike" cap="none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121900" marR="121900" marT="121900" marB="121900">
                    <a:lnL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8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US" sz="2300" b="1" u="none" strike="noStrike" cap="none">
                          <a:solidFill>
                            <a:schemeClr val="accent5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Title of the Presentation (In Tamil) </a:t>
                      </a:r>
                      <a:endParaRPr sz="2300" b="1" u="none" strike="noStrike" cap="none">
                        <a:solidFill>
                          <a:schemeClr val="accent5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121900" marR="121900" marT="121900" marB="121900">
                    <a:lnL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b="1" i="0" u="none" strike="noStrike" cap="none" dirty="0" err="1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தமிழ்</a:t>
                      </a:r>
                      <a:r>
                        <a:rPr lang="en-US" sz="1900" b="1" i="0" u="none" strike="noStrike" cap="none" dirty="0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900" b="1" i="0" u="none" strike="noStrike" cap="none" dirty="0" err="1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தூண்டுவினா</a:t>
                      </a:r>
                      <a:r>
                        <a:rPr lang="en-US" sz="1900" b="1" i="0" u="none" strike="noStrike" cap="none" dirty="0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900" b="1" i="0" u="none" strike="noStrike" cap="none" dirty="0" err="1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வடிவமைப்புத்</a:t>
                      </a:r>
                      <a:r>
                        <a:rPr lang="en-US" sz="1900" b="1" i="0" u="none" strike="noStrike" cap="none" dirty="0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900" b="1" i="0" u="none" strike="noStrike" cap="none" dirty="0" err="1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திட்டம்</a:t>
                      </a:r>
                      <a:endParaRPr sz="1900" dirty="0"/>
                    </a:p>
                  </a:txBody>
                  <a:tcPr marL="121900" marR="121900" marT="121900" marB="121900">
                    <a:lnL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1" name="Google Shape;21;g3d3459deb80_0_4" descr="NATAWO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27732" y="90500"/>
            <a:ext cx="1704624" cy="1704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" descr="NATAWO Log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27732" y="90500"/>
            <a:ext cx="1704624" cy="1704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Microsoft Macintosh PowerPoint</Application>
  <PresentationFormat>Widescreen</PresentationFormat>
  <Paragraphs>19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Created by Marp</dc:creator>
  <cp:lastModifiedBy>Kangeyan Passoubady</cp:lastModifiedBy>
  <cp:revision>1</cp:revision>
  <dcterms:created xsi:type="dcterms:W3CDTF">2026-03-23T03:22:49Z</dcterms:created>
  <dcterms:modified xsi:type="dcterms:W3CDTF">2026-04-03T02:51:29Z</dcterms:modified>
</cp:coreProperties>
</file>